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ACBC-37BC-6B95-4093-EE8AE3778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014EE-5A15-2CD9-5116-AF0464CAF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E3C1-4F05-1099-53D2-4F963DF9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72F1-0A4F-652E-FB40-D2037CC9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32BDA-54E1-6055-E07D-39ED05BD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99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5C31-7CDF-EDB5-735E-10AAC8D5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C1D2-69CD-56DB-8BE4-31F95DFA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1ACEC-ADE3-7416-D9A0-004B741D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1374-91FF-4E5C-8239-EBE5BCFE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42B4D-62E5-6F69-AA87-D3A83760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2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AFCE-FC7C-166D-DC1E-AF73FC9F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FFACC-9D4D-B40F-9288-FE9CCCA5F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F7941-B977-5D4B-1562-231C9B9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2B024-BF3F-3CDF-DB51-6A33BD4C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CC099-E656-6C31-A67A-25545EEE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9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AC71-767E-790A-0AB6-D6810961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5E04-817B-1CDA-486E-440E7FA22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9E8CF-58EC-A8FC-F0D8-FDA430AF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BB10F-B25D-8055-9FF8-9DDABF8F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86E02-9FB7-58FF-B6CB-AAEC10D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1253C-E11E-44E6-E183-F2738642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3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6C7D6-7C69-171E-B0F0-B836926F2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6B97F-A9C6-5F14-CE94-0A6244B4C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B519A-2256-50D3-36E9-A8642399E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B1FC9-E42B-6E34-19AB-8FA29AEDA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019B1-1A1E-3F2D-78C0-6F5B2B223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AC5C4-0624-A784-B146-5AB08F36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04880-44D8-BD60-63BB-164B11C1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2DC9C-77FA-FF36-A829-05C6BD66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2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2318-21EA-726A-A932-7F0105D5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FD0C4-BC77-0514-4E7D-F79D26CB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E992B-4ED1-9978-BE78-0223A5EF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AA3DB-8E09-F77E-360C-464F9F68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4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D7D7E-CCBC-7D82-365E-0E79B255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F925A-BE6A-CC00-0FE7-F9EDF661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D0B9-7CA5-390D-2D77-B2AA4590E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5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ED2D-4ED2-A55C-D060-A6FD50A4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20716-3D76-A953-1E24-61F1A46E9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D29A3-4DC1-EB41-C953-6940D03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EFF16-9347-299F-821A-27F97FE7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F9147-EAE8-8CF2-BAE6-0E3E1DB1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FBD1B-BC4A-BB53-EBFF-9A1C81BE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1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751C-FC40-9D88-E355-E37E31E7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5704B-CDAF-7A80-4433-105152D82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A9871-9194-ED95-A07A-4A7AAC13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508A9-7C6C-D8DD-DE29-4871E06F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CD5AD-368D-74A5-EEB6-65FD95FD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5320F-DA3B-5802-17C4-EB3A8534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6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3C8D-0BE3-5717-76C4-D2DF77F7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50EB4-9BD7-87BA-219D-8AF0AE06F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CE26E-1714-6ACE-1B1E-D9A959B9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D50B7-1242-128A-0E2B-FD21EFC5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3D05-AB18-6AD9-8089-D61468F2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48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F6EB1-38E9-50EB-AC37-25B3D7369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6C91-4698-5474-30F4-BD911A47D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F793-BA1E-D9B0-D2BB-923C92EC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B30D8-26F2-535C-633C-9ECE5CE6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412AE-975F-A80C-D13E-931602C5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51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FC191-CEC5-390D-CA9A-574578EE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54F6-36C0-A7D7-43FD-6F814EBFA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272F-7458-4068-3975-2217BFD97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91C73-421A-471E-885A-42F70FA70926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794F-674F-194F-AE2B-2BD362FAA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827D-9549-6EA7-8ECE-11FB71DF0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4B0D8-72FB-4B28-AF54-C8023E915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7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57BC-67A0-136B-42C7-A435F353D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032" y="14763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INDUSTRIAL MACHINE FAILURE CLASSIFICATION – ENHANCED VERSION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22F27-BAB9-FC55-2D0D-2AAC49EFE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95948" y="5440670"/>
            <a:ext cx="9144000" cy="1655762"/>
          </a:xfrm>
        </p:spPr>
        <p:txBody>
          <a:bodyPr/>
          <a:lstStyle/>
          <a:p>
            <a:r>
              <a:rPr lang="en-IN" dirty="0"/>
              <a:t>Presented by : Shreya Dhamane </a:t>
            </a:r>
          </a:p>
          <a:p>
            <a:r>
              <a:rPr lang="en-IN" dirty="0"/>
              <a:t>Artificial Intelligence and data science </a:t>
            </a:r>
          </a:p>
          <a:p>
            <a:r>
              <a:rPr lang="en-IN" dirty="0"/>
              <a:t>Sanjivani university </a:t>
            </a:r>
          </a:p>
        </p:txBody>
      </p:sp>
    </p:spTree>
    <p:extLst>
      <p:ext uri="{BB962C8B-B14F-4D97-AF65-F5344CB8AC3E}">
        <p14:creationId xmlns:p14="http://schemas.microsoft.com/office/powerpoint/2010/main" val="16923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A82A0-94F2-2C95-F4FB-EAEAAAC90297}"/>
              </a:ext>
            </a:extLst>
          </p:cNvPr>
          <p:cNvSpPr txBox="1"/>
          <p:nvPr/>
        </p:nvSpPr>
        <p:spPr>
          <a:xfrm>
            <a:off x="521109" y="1674674"/>
            <a:ext cx="1132676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</a:t>
            </a:r>
            <a:r>
              <a:rPr lang="en-US" sz="3600" dirty="0"/>
              <a:t>INTRODUCTION </a:t>
            </a:r>
          </a:p>
          <a:p>
            <a:endParaRPr lang="en-US" dirty="0"/>
          </a:p>
          <a:p>
            <a:r>
              <a:rPr lang="en-US" sz="2800" dirty="0"/>
              <a:t>Content: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Importance of predictive maintenance in Industry 4.0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Unexpected machine failures lead to downtime &amp; financial losses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Objective: Classify machine state into Normal, Warning, Failure using sensor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38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702C0-1911-76EF-ED69-19B0CA91482F}"/>
              </a:ext>
            </a:extLst>
          </p:cNvPr>
          <p:cNvSpPr txBox="1"/>
          <p:nvPr/>
        </p:nvSpPr>
        <p:spPr>
          <a:xfrm>
            <a:off x="698091" y="1622323"/>
            <a:ext cx="1125793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</a:t>
            </a:r>
            <a:r>
              <a:rPr lang="en-US" sz="3600" dirty="0"/>
              <a:t>Problem Statement</a:t>
            </a:r>
          </a:p>
          <a:p>
            <a:endParaRPr lang="en-US" sz="3200" dirty="0"/>
          </a:p>
          <a:p>
            <a:endParaRPr lang="en-US" dirty="0"/>
          </a:p>
          <a:p>
            <a:r>
              <a:rPr lang="en-US" sz="2800" dirty="0"/>
              <a:t>Content: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Manual inspection is time-consuming &amp; error-prone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Need real-time monitoring &amp; automated alerts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Classify machine states using sensor data from temperature, vibration, pressure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840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5A3F0-016F-E4E4-F1F6-44FEAA2EF41F}"/>
              </a:ext>
            </a:extLst>
          </p:cNvPr>
          <p:cNvSpPr txBox="1"/>
          <p:nvPr/>
        </p:nvSpPr>
        <p:spPr>
          <a:xfrm>
            <a:off x="766916" y="1248697"/>
            <a:ext cx="98420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   </a:t>
            </a:r>
            <a:r>
              <a:rPr lang="en-IN" sz="3600" dirty="0"/>
              <a:t>Dataset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sz="2400" dirty="0"/>
              <a:t>Content: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Source: Synthetic Excel sensor dataset (can also use NASA CMAPSS)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Columns: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Temperature (°C)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Vibration (mm/s)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Pressure (bar)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State (0=Normal, 1=Warning, 2=Failure)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Sample size: 3000 rows (or 10,000+ for larger dataset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490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392A4-EA8E-FC3E-AE64-C0C7258CE27A}"/>
              </a:ext>
            </a:extLst>
          </p:cNvPr>
          <p:cNvSpPr txBox="1"/>
          <p:nvPr/>
        </p:nvSpPr>
        <p:spPr>
          <a:xfrm>
            <a:off x="1189703" y="1474619"/>
            <a:ext cx="953729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</a:t>
            </a:r>
            <a:r>
              <a:rPr lang="en-US" sz="3600" dirty="0"/>
              <a:t>Sample Predictions</a:t>
            </a:r>
          </a:p>
          <a:p>
            <a:endParaRPr lang="en-US" sz="3600" dirty="0"/>
          </a:p>
          <a:p>
            <a:endParaRPr lang="en-US" b="1" dirty="0"/>
          </a:p>
          <a:p>
            <a:r>
              <a:rPr lang="en-US" sz="2800" b="1" dirty="0"/>
              <a:t>Content: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Sample test predictions: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/>
              <a:t>Sample 1: Predicted Warning | Actual Warning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/>
              <a:t>Sample 2: Predicted Normal | Actual Normal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/>
              <a:t>Sample 3: Predicted Failure | Actual Failure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74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E77A3-EAB3-19EB-D19D-5750685C4B39}"/>
              </a:ext>
            </a:extLst>
          </p:cNvPr>
          <p:cNvSpPr txBox="1"/>
          <p:nvPr/>
        </p:nvSpPr>
        <p:spPr>
          <a:xfrm>
            <a:off x="1337186" y="1445343"/>
            <a:ext cx="892769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      </a:t>
            </a:r>
            <a:r>
              <a:rPr lang="en-US" sz="3600" dirty="0"/>
              <a:t>Visualization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3200" dirty="0"/>
              <a:t>Content: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Machine state distribution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Sensor readings with state overlay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Trend analysis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812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D49E72-D884-5D42-D730-E7C4BA40B311}"/>
              </a:ext>
            </a:extLst>
          </p:cNvPr>
          <p:cNvSpPr txBox="1"/>
          <p:nvPr/>
        </p:nvSpPr>
        <p:spPr>
          <a:xfrm>
            <a:off x="663677" y="1435510"/>
            <a:ext cx="1086464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</a:t>
            </a:r>
            <a:r>
              <a:rPr lang="en-US" sz="3600" b="1" dirty="0"/>
              <a:t>Advantages / Industry Relevance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800" dirty="0"/>
              <a:t>Content: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Early detection of machine failure → Reduce downtime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Lightweight ML → Can run on IoT edge devices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Easy to interpret → Explainable ML for industry engineers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Can extend to NASA turbofan data / predictive maintenance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146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90E40C-2879-D4E7-B908-390CEF8441E4}"/>
              </a:ext>
            </a:extLst>
          </p:cNvPr>
          <p:cNvSpPr txBox="1"/>
          <p:nvPr/>
        </p:nvSpPr>
        <p:spPr>
          <a:xfrm>
            <a:off x="383458" y="1311764"/>
            <a:ext cx="1142508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                      </a:t>
            </a:r>
            <a:r>
              <a:rPr lang="en-US" sz="3600" dirty="0"/>
              <a:t>Conclusion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2800" dirty="0"/>
              <a:t>Content: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Successfully classified machine state into Normal / Warning / Failure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Random Forest ML model achieved ~90% accuracy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Dataset + visualization + ML pipeline ready for Industry 4.0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36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3192C2-FFFC-C71C-D4FC-63AA20D57A24}"/>
              </a:ext>
            </a:extLst>
          </p:cNvPr>
          <p:cNvSpPr txBox="1"/>
          <p:nvPr/>
        </p:nvSpPr>
        <p:spPr>
          <a:xfrm>
            <a:off x="3411794" y="2841522"/>
            <a:ext cx="8888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  YOU!!</a:t>
            </a:r>
          </a:p>
        </p:txBody>
      </p:sp>
    </p:spTree>
    <p:extLst>
      <p:ext uri="{BB962C8B-B14F-4D97-AF65-F5344CB8AC3E}">
        <p14:creationId xmlns:p14="http://schemas.microsoft.com/office/powerpoint/2010/main" val="1575168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INDUSTRIAL MACHINE FAILURE CLASSIFICATION – ENHANCED 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Dhamane</dc:creator>
  <cp:lastModifiedBy>Shreya Dhamane</cp:lastModifiedBy>
  <cp:revision>1</cp:revision>
  <dcterms:created xsi:type="dcterms:W3CDTF">2026-01-03T07:16:20Z</dcterms:created>
  <dcterms:modified xsi:type="dcterms:W3CDTF">2026-01-03T07:16:23Z</dcterms:modified>
</cp:coreProperties>
</file>